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12243B"/>
          </a:solidFill>
          <a:ln w="12700">
            <a:solidFill>
              <a:srgbClr val="F7C9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READY-MIX CONCRETE PLANT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RMC Plant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platform to run the plant — orders, dispatch, production, fleet, clients and analytics — in one place, in real time.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walkthrough of how to use the 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digitises every step of running a ready-mix concrete plant. Teams work from a shared, live picture of the day — from the moment an order is placed to proof of delivery at the pour site — with role-based access so each person sees exactly what they need.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9718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971800"/>
            <a:ext cx="64008" cy="1417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313639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6576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updates push instantly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refresh needed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dispatch stay in sync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61104" y="29718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2971800"/>
            <a:ext cx="64008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4489704" y="313639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35424" y="36576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user roles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sees only their tools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default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0" y="29718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2971800"/>
            <a:ext cx="64008" cy="141732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313639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36576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 proof-of-delivery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&amp; fleet tracking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analytics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5720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572000"/>
            <a:ext cx="64008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473659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52578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app with GPS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photos on site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phones (PWA)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61104" y="45720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61104" y="4572000"/>
            <a:ext cx="64008" cy="1417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489704" y="473659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35424" y="52578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what, when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records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955280" y="45720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4572000"/>
            <a:ext cx="64008" cy="141732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473659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0" y="52578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tolerances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(SMTP) alerts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visual themes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SECURITY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 — six roles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874520"/>
            <a:ext cx="64008" cy="155448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03911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56032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Super-admin. System-wide audit, user management and recovery tools.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61104" y="187452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1104" y="1874520"/>
            <a:ext cx="64008" cy="155448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203911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35424" y="256032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operations — orders, dispatch, clients, vehicles, reports, settings.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874520"/>
            <a:ext cx="64008" cy="1554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03911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256032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focus — orders, dispatch, clients, vehicles and reports.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630168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630168"/>
            <a:ext cx="64008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794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Operator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" y="4315968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focus — batch reports, mix design and shift reports.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61104" y="3630168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61104" y="3630168"/>
            <a:ext cx="64008" cy="1554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4489704" y="3794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35424" y="4315968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— view own orders, challans and profile only.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3630168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3630168"/>
            <a:ext cx="64008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3794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0" y="4315968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focus — my trips, active challans and live GPS tracking.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the command centre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screen gives the whole team a live picture of the day at a glance, and points straight to what needs action.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0"/>
            <a:ext cx="64008" cy="31089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tiles: today's dispatched volume, active orders, challans on road, receivables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"Needs dispatch" band highlights pending orders waiting for a truck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challans and active orders lists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2743200"/>
            <a:ext cx="64008" cy="3108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use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routing schematic shows plant status, mixers en route and pour sites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map tracks dispatched vehicles in real time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appear instantly as challans and orders change — no refresh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and manage every customer order, then move it into dispatch in one step.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0"/>
            <a:ext cx="64008" cy="31089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order with client, concrete grade, quantity (m³) and delivery schedule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orders that need a concrete pump at site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details and track dispatch progress per order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2743200"/>
            <a:ext cx="64008" cy="3108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dispatch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much of each order is already dispatched vs pending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hand-off from a pending order to the Dispatch module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sales and logistics working from the same record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&amp; delivery challans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orders into trips: assign a vehicle and driver, track the journey, and capture proof of delivery.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0"/>
            <a:ext cx="64008" cy="31089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truck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challan by assigning a vehicle and driver to an order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status: on road vs delivered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official delivery challans for the site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2743200"/>
            <a:ext cx="64008" cy="3108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delivery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tracking compares planned vs actual delivered quantity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tolerance flags short or over deliveries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delivery: driver photos and recipient name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Clients, vehicles &amp; drivers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master records that everything else relies on — who you serve and what you deliver with.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0"/>
            <a:ext cx="64008" cy="3108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details, GST and contact information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sites with GPS coordinates for geofencing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limits to keep receivables in check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2743200"/>
            <a:ext cx="64008" cy="3108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drivers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mixer capacity and active / maintenance status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and service expiry dates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list with licence details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— batch report &amp; mix design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the plant actually produced and the recipe behind each grade of concrete.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0"/>
            <a:ext cx="64008" cy="31089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report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each batch by grade, operator and quantity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raw material use: cement, water, sand, aggregate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totals and grade-mix summary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2743200"/>
            <a:ext cx="64008" cy="3108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proportions per grade (cement / water / sand / aggregate)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proportion bars and water–cement (W/C) ratio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source of truth for the plant recipe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day-to-day activity into insight, over any time range you choose.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0"/>
            <a:ext cx="64008" cy="31089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dispatch trend bar chart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Grade-wise production breakdown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Client-wise volume and dispatch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2743200"/>
            <a:ext cx="64008" cy="3108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 surfaces short and over deliveries across sites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custom date ranges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CSV for finance or external processing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Trips — the driver app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phone-first experience for drivers, built around the live delivery they are doing right now.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0"/>
            <a:ext cx="64008" cy="3108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trip card: destination site, grade and volume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auto-delivery — geofence (150m) marks the challan delivered on arrival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phone as an installable app (PWA)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2743200"/>
            <a:ext cx="64008" cy="3108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delivery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up to 8 photos per delivery (pour site, signed slip)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compressed on the phone, then uploaded straight to secure storage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delivered quantity and recipient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security &amp; settings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 people and system-wide settings, with a full audit trail behind every sensitive action.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743200"/>
            <a:ext cx="64008" cy="310896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users and link them to a client or driver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and later restore accounts, with conflict resolution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and manually unlock accounts locked by failed logins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9904" y="2743200"/>
            <a:ext cx="5358384" cy="3108960"/>
          </a:xfrm>
          <a:prstGeom prst="roundRect">
            <a:avLst>
              <a:gd name="adj" fmla="val 2353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2743200"/>
            <a:ext cx="64008" cy="3108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90779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audit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3429000"/>
            <a:ext cx="4855464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config with a built-in "verify connection" test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variance tolerance (absolute m³ or percentage)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audit log, exportable to CSV, Excel and PDF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that tie it together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874520"/>
            <a:ext cx="64008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03911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256032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server-sent updates keep dashboard and dispatch current without polling.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61104" y="187452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1104" y="1874520"/>
            <a:ext cx="64008" cy="1554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89704" y="203911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35424" y="256032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GPS auto-updates delivery status when a driver reaches the site.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1874520"/>
            <a:ext cx="64008" cy="155448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039112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uploads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2560320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photos go directly to object storage via presigned URLs for speed.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630168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630168"/>
            <a:ext cx="64008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3794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system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" y="4315968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records actor vs target for full accountability.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61104" y="3630168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61104" y="3630168"/>
            <a:ext cx="64008" cy="155448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25" name="Text 23"/>
          <p:cNvSpPr/>
          <p:nvPr/>
        </p:nvSpPr>
        <p:spPr>
          <a:xfrm>
            <a:off x="4489704" y="3794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super-user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35424" y="4315968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top-level role for system recovery and high-level auditing.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3630168"/>
            <a:ext cx="3529584" cy="1554480"/>
          </a:xfrm>
          <a:prstGeom prst="roundRect">
            <a:avLst>
              <a:gd name="adj" fmla="val 470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55280" y="3630168"/>
            <a:ext cx="64008" cy="15544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8183880" y="3794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themes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0" y="4315968"/>
            <a:ext cx="30266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 the look — e.g. Midnight Gold, Arctic Steel, Royal Amethyst.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in the next release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building on the current platform.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331720"/>
            <a:ext cx="64008" cy="123444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49631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rollout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01752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email, Google or phone OTP for staff and authority users — alongside the existing login.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89904" y="2331720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9904" y="2331720"/>
            <a:ext cx="64008" cy="1234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318504" y="249631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user management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4224" y="3017520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faster, simpler admin screen for managing accounts, roles and access.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730752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730752"/>
            <a:ext cx="64008" cy="1234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389534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analytics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416552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dashboards and richer reporting on production, dispatch and variance trends.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9904" y="3730752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9904" y="3730752"/>
            <a:ext cx="64008" cy="1234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318504" y="389534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driver app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4224" y="4416552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on-trip tools and smoother proof-of-delivery on mobile.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129784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129784"/>
            <a:ext cx="64008" cy="1234440"/>
          </a:xfrm>
          <a:prstGeom prst="rect">
            <a:avLst/>
          </a:prstGeom>
          <a:solidFill>
            <a:srgbClr val="F7C948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29437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C9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alerts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248" y="5815584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for key events such as variance breaches and account activity.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89904" y="5129784"/>
            <a:ext cx="5358384" cy="1234440"/>
          </a:xfrm>
          <a:prstGeom prst="roundRect">
            <a:avLst>
              <a:gd name="adj" fmla="val 5926"/>
            </a:avLst>
          </a:prstGeom>
          <a:solidFill>
            <a:srgbClr val="12243B"/>
          </a:solidFill>
          <a:ln w="12700">
            <a:solidFill>
              <a:srgbClr val="1E3A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9904" y="5129784"/>
            <a:ext cx="64008" cy="1234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6318504" y="529437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polish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4224" y="5815584"/>
            <a:ext cx="485546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speed improvements and refinements across the app.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Aakruti Infra  ·  RMC Plant Management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Aakruti Infra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RMC Plant Management System</dc:title>
  <dc:subject>PptxGenJS Presentation</dc:subject>
  <dc:creator>Aakruti Infra RMC Plant</dc:creator>
  <cp:lastModifiedBy>Aakruti Infra RMC Plant</cp:lastModifiedBy>
  <cp:revision>1</cp:revision>
  <dcterms:created xsi:type="dcterms:W3CDTF">2026-06-11T04:06:51Z</dcterms:created>
  <dcterms:modified xsi:type="dcterms:W3CDTF">2026-06-11T04:06:51Z</dcterms:modified>
</cp:coreProperties>
</file>